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565F"/>
    <a:srgbClr val="676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3"/>
  </p:normalViewPr>
  <p:slideViewPr>
    <p:cSldViewPr snapToGrid="0">
      <p:cViewPr varScale="1">
        <p:scale>
          <a:sx n="138" d="100"/>
          <a:sy n="138" d="100"/>
        </p:scale>
        <p:origin x="17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6D03-A2B8-537E-8274-84DA552C8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9A505-C9E6-E240-9C9B-7CBF45C65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A19EB-FE71-31BF-6761-CDE0E73E7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269F0-F389-8704-ACB7-E8A699CD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E78A-BD41-DC04-C340-EA2D4108C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7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500F-B080-8D96-15DD-A1E720C6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189B3-565D-D8E3-5EF4-8EA2E6E2D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DA154-D8D9-F1A1-B198-E73B4616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0D8AD-4DAB-329B-5086-D8A473FD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65B6-DC13-9915-C59E-2A87A67C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5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C0A7-FD40-BB87-AB13-FB91C81D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AB211-A7DA-0F98-92D0-6C808EB41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22692-E8D0-FC0B-BDC0-44BF9F280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D17EE-6B23-2A4C-AF9D-2A84C851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92B48-75BA-8CEE-B2D1-32F7AC53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3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5DD3-F72A-9E77-5E52-827F93F4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3AF67-363B-96CA-2A62-21DDB824B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D97B7-C094-F1AF-F2D1-D4B173141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C1862-D6B4-DAD9-D57A-9CB5EC92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6CCCA-F6BE-B2C7-C1BD-3581F02B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2BF32-6E9B-2E7C-B21C-88D597D6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6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9194-E801-241C-3444-7EC6C6B3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FCE6A-014F-3BF0-84DE-785B7F36D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92B62-AD9F-2986-D124-574F532DB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95E91-93D8-CCE0-1B4F-57669794A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BE73D-50ED-A560-BB24-2764EE17B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C6BA7-F7C1-0ACA-6A62-025DD082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7BC92-61BD-2118-FE19-95F2D32C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14697-3385-84FF-697F-E617C16F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0483-654A-2BDF-53A8-C7965FC47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AC924-9D29-9DEF-2435-B08C02D9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5DFA8-D213-7748-4C6F-662CC0E4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15810-6B03-1C91-DB41-9EA2D34D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34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E5F60-1875-1781-BC12-C51E150A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DED1C-E1E1-585C-6BC1-EB778345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B367A-1840-6284-736B-D0795FCB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9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5BBD-732D-BBF6-1A23-637D074B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E8002-7B6B-5346-51A2-070FE549F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DB9EF-1A66-74F1-25BF-657F2DC9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F1601-B9FF-948B-C224-8FDACDB5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F386C-6502-7018-EC59-0F01B3EB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4DC6D-53E7-8806-52D9-434B543F4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6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3390-0F94-B5CD-4FF0-C4576330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6B7AD-9D1F-5041-E361-E59458F0D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01A42-8134-6BCF-97E4-92473D707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E19FF-4F28-F8B6-1D81-3CC1C8CD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15FAC-FA7E-F549-9414-0898CD373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FFABE-0385-FF69-7F8E-E0A62F8E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3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2F6B-3980-BA5A-327B-E58B1DD9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DCC67-1578-2FE4-3C83-DC166A508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14AEA-1894-DA55-146D-6172DFAE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AD4C-13BA-1082-21AF-9BAEE67A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9FFA0-DCDD-40FC-F7C2-7A6C90CF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2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D8D51F-D594-782B-0F4E-AA0F7F8AC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E34A6-11D1-4461-0F92-34A4E735E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BD587-3D7B-8AEF-CA12-FAB69A1E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3157-D396-69A3-9BA6-CCA728A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D4D71-5012-7D11-598D-40CC9B55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1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54A8B-1194-E6AE-B985-C8A877EA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8518F-A92E-F4FC-8156-991195907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A0CA-9EEA-4452-76E0-4482F3AED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E434A-A8C9-EB48-938F-CA604AAD7D6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8BD32-81B9-860F-563F-F88091070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710CA-F8B9-3E83-D09B-507D55676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472CE-8BD0-9D47-B8EB-79DC5697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2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76E79"/>
            </a:gs>
            <a:gs pos="100000">
              <a:srgbClr val="4F565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D9D4C5-B416-57F5-DB8D-8081674F7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598" y="0"/>
            <a:ext cx="315640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FB829-8B1C-0CEB-EC67-1393955FD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15640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00C32A-8A65-04E0-B916-9C8A469EC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799" y="0"/>
            <a:ext cx="3156402" cy="68580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0C4C7618-7101-0234-CC0E-3576E1A94D39}"/>
              </a:ext>
            </a:extLst>
          </p:cNvPr>
          <p:cNvSpPr/>
          <p:nvPr/>
        </p:nvSpPr>
        <p:spPr>
          <a:xfrm>
            <a:off x="3370664" y="3013363"/>
            <a:ext cx="932873" cy="831273"/>
          </a:xfrm>
          <a:prstGeom prst="rightArrow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55E2343-FD0B-C5D4-DFE7-59412D03CA71}"/>
              </a:ext>
            </a:extLst>
          </p:cNvPr>
          <p:cNvSpPr/>
          <p:nvPr/>
        </p:nvSpPr>
        <p:spPr>
          <a:xfrm>
            <a:off x="7888463" y="3013362"/>
            <a:ext cx="932873" cy="831273"/>
          </a:xfrm>
          <a:prstGeom prst="rightArrow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22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Sascha P. Corti</dc:creator>
  <cp:lastModifiedBy>Sascha P. Corti</cp:lastModifiedBy>
  <cp:revision>1</cp:revision>
  <dcterms:created xsi:type="dcterms:W3CDTF">2026-08-13T12:31:38Z</dcterms:created>
  <dcterms:modified xsi:type="dcterms:W3CDTF">2026-08-13T12:38:46Z</dcterms:modified>
</cp:coreProperties>
</file>